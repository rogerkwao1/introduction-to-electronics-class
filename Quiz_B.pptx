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86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81255"/>
            <a:ext cx="7772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47016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technician is testing an AC power supply that produces a sinusoidal output. Using a true-RMS multimeter, the reading is 17.0 VAC at 60 Hz. The technician needs to verify whether certain resistors can safely handle this voltage.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105228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 What is the peak voltage of this supply?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 What is the peak-to-peak voltage?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 The technician has a 330 Ω resistor rated at 0.5 W. Calculate the power it would dissipate if connected across the supply, and state whether the resistor can safely handle it.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 The technician wants to limit the power dissipated to exactly 0.25 W. What resistance value should be used?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End of Quiz ***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</Words>
  <Application>Microsoft Office PowerPoint</Application>
  <PresentationFormat>On-screen Show (4:3)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Roger Kwao Ahiadorme</cp:lastModifiedBy>
  <cp:revision>2</cp:revision>
  <dcterms:created xsi:type="dcterms:W3CDTF">2026-04-10T08:06:27Z</dcterms:created>
  <dcterms:modified xsi:type="dcterms:W3CDTF">2026-04-10T08:12:07Z</dcterms:modified>
</cp:coreProperties>
</file>