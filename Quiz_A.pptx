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14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3106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199917"/>
            <a:ext cx="77724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8745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student observes a sinusoidal waveform on an oscilloscope. The waveform swings between +21.2 V and −21.2 V at 50 Hz. The student needs to select a resistor to place across this signal for a lab experiment.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5800" y="3429000"/>
            <a:ext cx="7772400" cy="22076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 What is the peak-to-peak voltage of this waveform?</a:t>
            </a:r>
            <a:endParaRPr lang="en-US" sz="2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 Determine the RMS voltage.</a:t>
            </a:r>
            <a:endParaRPr lang="en-US" sz="2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(c)  Calculate the power that a 470 Ω resistor would dissipate in this circuit.</a:t>
            </a:r>
            <a:endParaRPr lang="en-US" sz="2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(d)  The student has a 180 Ω resistor rated at 0.5 W. Calculate the power it would dissipate if connected across this signal, and state whether the resistor can safely handle it.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 End of Quiz ***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123</Words>
  <Application>Microsoft Office PowerPoint</Application>
  <PresentationFormat>On-screen Show (4:3)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Roger Kwao Ahiadorme</cp:lastModifiedBy>
  <cp:revision>2</cp:revision>
  <dcterms:created xsi:type="dcterms:W3CDTF">2026-04-10T08:06:27Z</dcterms:created>
  <dcterms:modified xsi:type="dcterms:W3CDTF">2026-04-10T08:10:41Z</dcterms:modified>
</cp:coreProperties>
</file>